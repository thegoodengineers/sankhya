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bench/results/netlib-full-945cb4f.csv, bench/results/netlib-infeasible-5a39fb2.csv, bench/results/certified-gap-netlib-full-945cb4f.csv,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94 of 94</a:t>
                      </a:r>
                    </a:p>
                  </a:txBody>
                  <a:tcPr>
                    <a:solidFill>
                      <a:srgbClr val="FFFFFF"/>
                    </a:solidFill>
                  </a:tcPr>
                </a:tc>
                <a:tc>
                  <a:txBody>
                    <a:bodyPr/>
                    <a:lstStyle/>
                    <a:p>
                      <a:r>
                        <a:rPr sz="1100" b="0">
                          <a:solidFill>
                            <a:srgbClr val="555555"/>
                          </a:solidFill>
                        </a:rPr>
                        <a:t>bench/results/netlib-full-945cb4f.csv</a:t>
                      </a:r>
                    </a:p>
                  </a:txBody>
                  <a:tcPr>
                    <a:solidFill>
                      <a:srgbClr val="FFFFFF"/>
                    </a:solidFill>
                  </a:tcPr>
                </a:tc>
                <a:tc>
                  <a:txBody>
                    <a:bodyPr/>
                    <a:lstStyle/>
                    <a:p>
                      <a:r>
                        <a:rPr sz="1100" b="0">
                          <a:solidFill>
                            <a:srgbClr val="555555"/>
                          </a:solidFill>
                        </a:rPr>
                        <a:t>945cb4f</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94 of 94</a:t>
                      </a:r>
                    </a:p>
                  </a:txBody>
                  <a:tcPr>
                    <a:solidFill>
                      <a:srgbClr val="F2F4F7"/>
                    </a:solidFill>
                  </a:tcPr>
                </a:tc>
                <a:tc>
                  <a:txBody>
                    <a:bodyPr/>
                    <a:lstStyle/>
                    <a:p>
                      <a:r>
                        <a:rPr sz="1100" b="0">
                          <a:solidFill>
                            <a:srgbClr val="555555"/>
                          </a:solidFill>
                        </a:rPr>
                        <a:t>bench/results/netlib-full-945cb4f.csv</a:t>
                      </a:r>
                    </a:p>
                  </a:txBody>
                  <a:tcPr>
                    <a:solidFill>
                      <a:srgbClr val="F2F4F7"/>
                    </a:solidFill>
                  </a:tcPr>
                </a:tc>
                <a:tc>
                  <a:txBody>
                    <a:bodyPr/>
                    <a:lstStyle/>
                    <a:p>
                      <a:r>
                        <a:rPr sz="1100" b="0">
                          <a:solidFill>
                            <a:srgbClr val="555555"/>
                          </a:solidFill>
                        </a:rPr>
                        <a:t>945cb4f</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91 of 94</a:t>
                      </a:r>
                    </a:p>
                  </a:txBody>
                  <a:tcPr>
                    <a:solidFill>
                      <a:srgbClr val="F2F4F7"/>
                    </a:solidFill>
                  </a:tcPr>
                </a:tc>
                <a:tc>
                  <a:txBody>
                    <a:bodyPr/>
                    <a:lstStyle/>
                    <a:p>
                      <a:r>
                        <a:rPr sz="1100" b="0">
                          <a:solidFill>
                            <a:srgbClr val="555555"/>
                          </a:solidFill>
                        </a:rPr>
                        <a:t>bench/results/certified-gap-netlib-full-945cb4f.csv</a:t>
                      </a:r>
                    </a:p>
                  </a:txBody>
                  <a:tcPr>
                    <a:solidFill>
                      <a:srgbClr val="F2F4F7"/>
                    </a:solidFill>
                  </a:tcPr>
                </a:tc>
                <a:tc>
                  <a:txBody>
                    <a:bodyPr/>
                    <a:lstStyle/>
                    <a:p>
                      <a:r>
                        <a:rPr sz="1100" b="0">
                          <a:solidFill>
                            <a:srgbClr val="555555"/>
                          </a:solidFill>
                        </a:rPr>
                        <a:t>945cb4f</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bench/results/maros-meszaros-dcbd32eb.csv (dcbd32eb);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114 of 138 at the published objective, 0 optimal answers rejected (bench/results/maros-meszaros-dcbd32eb.csv).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bench/results/certified-gap-netlib-full-945cb4f.csv;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116 of 138 optimal; safe bounds, 2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